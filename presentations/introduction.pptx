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8FF1DA-7E1B-45FB-8023-3C2852C53C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6985CF-70DC-4288-9E2D-84C003D87C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B66263-96FD-4E11-BFFB-65456F5F25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1534E5-5B3C-4FC0-A513-44AE700BE0B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6A77EA-CA58-4D28-ABB7-F5D1532A09C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E55EAF-7F95-42B0-85BA-44C7E9A503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A1B6BA-5FDC-427F-8D45-54D840AA80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A0281E-6909-4F6C-9C5A-38F937B1010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A15A84-0F76-4F3A-A05C-58A2947EFEA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75C832-5C5D-4744-A87E-819B563CA7F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3D87B2-53F1-4951-8E04-51CEAC6C65B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A261EA-C613-4856-8FE3-A0E98819F1E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8ED625B-DBF2-4EFE-982F-29B4782FD0E6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Introduction To Kaggle NFL 2027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2026-10-27T10:41:39Z</dcterms:modified>
  <cp:revision>1</cp:revision>
  <dc:subject/>
  <dc:title/>
</cp:coreProperties>
</file>